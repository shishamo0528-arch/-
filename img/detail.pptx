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45" d="100"/>
          <a:sy n="45" d="100"/>
        </p:scale>
        <p:origin x="1025" y="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BE82DE-CFA5-8E4B-D545-20EF9F17C4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418FD63-BDEA-29D0-4FD6-268ABA8C6B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1E6DE0E-C13C-A353-A652-51D3BA338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6C04C-D6DC-486B-BF55-E3496E8F0AA8}" type="datetimeFigureOut">
              <a:rPr kumimoji="1" lang="ja-JP" altLang="en-US" smtClean="0"/>
              <a:t>2025/8/11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ABCE785-23C5-2409-09C7-7E860E151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176FFFC-C5E7-5D34-1D60-92F49E67F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2DF8B-14DE-4F51-A7DF-8B7874FEB0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2876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9F2A81-591B-4DA7-BA8F-C50C2621B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3F36650-0D62-729C-F634-A874A41559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AD8867A-3588-015B-12AB-252EA6914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6C04C-D6DC-486B-BF55-E3496E8F0AA8}" type="datetimeFigureOut">
              <a:rPr kumimoji="1" lang="ja-JP" altLang="en-US" smtClean="0"/>
              <a:t>2025/8/11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DF2D0AC-F3A1-3606-B033-691223A55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619CE4D-B67D-4637-9594-9F0FFE92F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2DF8B-14DE-4F51-A7DF-8B7874FEB0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9634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199EE5-9BDA-7FA8-468F-F3498AEC4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43BE723-1D67-8563-E6D5-E8985EFF6A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79399E8-7806-D78A-89CF-6DB30D96E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6C04C-D6DC-486B-BF55-E3496E8F0AA8}" type="datetimeFigureOut">
              <a:rPr kumimoji="1" lang="ja-JP" altLang="en-US" smtClean="0"/>
              <a:t>2025/8/11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ED136E9-C5E3-08ED-FEE0-0D3570385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1A3AFA6-E53B-E160-7517-16D52F539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2DF8B-14DE-4F51-A7DF-8B7874FEB0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2787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1A3C54-EDC5-7713-8C68-3AF35BC70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BA57B07-EB6C-E36E-8663-FC23798FCC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D9F68D2-EF13-8DBB-C902-895A1BCDC0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962B92B-7AA8-A96D-BE89-464EBE369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6C04C-D6DC-486B-BF55-E3496E8F0AA8}" type="datetimeFigureOut">
              <a:rPr kumimoji="1" lang="ja-JP" altLang="en-US" smtClean="0"/>
              <a:t>2025/8/11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5858A88-DF11-0AE3-F47B-C9C239DA6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7778D16-FEE8-8293-2FB2-D98C4F7E1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2DF8B-14DE-4F51-A7DF-8B7874FEB0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4605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BA5E9E-0C79-1DEA-0D3F-539009A9C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1FD3D36-758F-CE12-1861-FFC23D3A58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0B7C117-6EFC-CE74-848E-B26B105865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EEE7FBD-4624-4B9B-13C3-50D1BC1524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15B3E2A-58FF-0E83-F040-A5D9F17D99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A4D9A53-D221-37EA-FB28-4809AE5E1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6C04C-D6DC-486B-BF55-E3496E8F0AA8}" type="datetimeFigureOut">
              <a:rPr kumimoji="1" lang="ja-JP" altLang="en-US" smtClean="0"/>
              <a:t>2025/8/11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2E73E4E-E084-9EA7-D57C-6E2D8459B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8A3861F-219E-A6D7-4F7D-AD9368651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2DF8B-14DE-4F51-A7DF-8B7874FEB0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552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3CEED1-6501-2C13-053A-3692C8056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B4B3C85-4CB4-2A5E-A878-C5B527F4C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6C04C-D6DC-486B-BF55-E3496E8F0AA8}" type="datetimeFigureOut">
              <a:rPr kumimoji="1" lang="ja-JP" altLang="en-US" smtClean="0"/>
              <a:t>2025/8/11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1DA876D-C7A4-9CE3-B9C2-6FE1E2297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D815F23-4549-ED66-322E-09C0CBA4A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2DF8B-14DE-4F51-A7DF-8B7874FEB0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544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903D983-DC60-478C-6AA9-EAD9F5E9E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6C04C-D6DC-486B-BF55-E3496E8F0AA8}" type="datetimeFigureOut">
              <a:rPr kumimoji="1" lang="ja-JP" altLang="en-US" smtClean="0"/>
              <a:t>2025/8/11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81D8644-7F0F-DF2A-3792-2B6C63276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B0C9574-0E8C-5313-098C-C5CD4DAED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2DF8B-14DE-4F51-A7DF-8B7874FEB0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4769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A33D8D-AA0E-D19E-FAEE-891AD11BD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4ED4991-2D89-5BA0-78A9-3A5FFB831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88844C4-815C-72C4-066C-754A27E8E2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E5AE729-B2B1-F8B5-B64D-4351AFAA4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6C04C-D6DC-486B-BF55-E3496E8F0AA8}" type="datetimeFigureOut">
              <a:rPr kumimoji="1" lang="ja-JP" altLang="en-US" smtClean="0"/>
              <a:t>2025/8/11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1CB4C21-5379-9C69-432D-195760F1F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60699F7-A467-912E-9270-061855E60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2DF8B-14DE-4F51-A7DF-8B7874FEB0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19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72ABDD-EBB3-CECC-06F0-6C3816E9F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EF41654-7363-B100-47B0-62ED75566D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979EA41-612D-3EE3-35F7-347F5CF015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06BC46B-D3C2-2242-A588-9351B564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6C04C-D6DC-486B-BF55-E3496E8F0AA8}" type="datetimeFigureOut">
              <a:rPr kumimoji="1" lang="ja-JP" altLang="en-US" smtClean="0"/>
              <a:t>2025/8/11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69C1A97-EE67-B07A-A7F3-A7E3C8107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BB9B9DB-5929-896C-DEFF-92A22B846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2DF8B-14DE-4F51-A7DF-8B7874FEB0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3258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4B550B-C04B-2673-88CF-4BC1AFC91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C20B327-7D23-18A7-1614-A6C5E7A502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B8A8AE8-481A-AFDE-6EB6-58393645C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6C04C-D6DC-486B-BF55-E3496E8F0AA8}" type="datetimeFigureOut">
              <a:rPr kumimoji="1" lang="ja-JP" altLang="en-US" smtClean="0"/>
              <a:t>2025/8/11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24FDFB4-E948-5ECB-9AF4-65639A610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6134D55-88A6-9153-C24B-FA760D108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2DF8B-14DE-4F51-A7DF-8B7874FEB0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2605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039EEE3-D658-1D77-C9F7-806B8C59C0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2F7C698-9218-C23C-5AC1-FD60980052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4C5F53A-CDDF-E1C5-0251-89F24D681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6C04C-D6DC-486B-BF55-E3496E8F0AA8}" type="datetimeFigureOut">
              <a:rPr kumimoji="1" lang="ja-JP" altLang="en-US" smtClean="0"/>
              <a:t>2025/8/11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148D357-5DEE-BF1C-23F5-1A87E97E2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BAE770A-FCB0-5336-C8DB-E8A41C5DC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2DF8B-14DE-4F51-A7DF-8B7874FEB0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2643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0C33AD6-31BA-DD60-3862-DAB56F9C9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A3D87B4-D3F9-666B-198C-68DBF974CE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44E9DAE-6FD5-CAE8-86C1-2A5145772C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56C04C-D6DC-486B-BF55-E3496E8F0AA8}" type="datetimeFigureOut">
              <a:rPr kumimoji="1" lang="ja-JP" altLang="en-US" smtClean="0"/>
              <a:t>2025/8/11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4CC1708-CAEE-C063-DAB9-0F75ED22F3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93FDFDC-F0DB-CBAC-4444-0EC3AF8CCC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72DF8B-14DE-4F51-A7DF-8B7874FEB0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7982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056FEBF4-1FB7-A20B-35BB-55766FAE40B4}"/>
              </a:ext>
            </a:extLst>
          </p:cNvPr>
          <p:cNvGrpSpPr/>
          <p:nvPr/>
        </p:nvGrpSpPr>
        <p:grpSpPr>
          <a:xfrm>
            <a:off x="2798064" y="1487423"/>
            <a:ext cx="3468624" cy="2048257"/>
            <a:chOff x="2798064" y="1487423"/>
            <a:chExt cx="5008176" cy="3600001"/>
          </a:xfrm>
        </p:grpSpPr>
        <p:sp>
          <p:nvSpPr>
            <p:cNvPr id="13" name="フリーフォーム: 図形 12">
              <a:extLst>
                <a:ext uri="{FF2B5EF4-FFF2-40B4-BE49-F238E27FC236}">
                  <a16:creationId xmlns:a16="http://schemas.microsoft.com/office/drawing/2014/main" id="{41C46379-D65B-4BD3-8D25-F0BFF1CAA3FC}"/>
                </a:ext>
              </a:extLst>
            </p:cNvPr>
            <p:cNvSpPr/>
            <p:nvPr/>
          </p:nvSpPr>
          <p:spPr>
            <a:xfrm rot="2700000">
              <a:off x="4206240" y="1487424"/>
              <a:ext cx="3600000" cy="3600000"/>
            </a:xfrm>
            <a:custGeom>
              <a:avLst/>
              <a:gdLst>
                <a:gd name="connsiteX0" fmla="*/ 0 w 2243328"/>
                <a:gd name="connsiteY0" fmla="*/ 0 h 2182368"/>
                <a:gd name="connsiteX1" fmla="*/ 2243328 w 2243328"/>
                <a:gd name="connsiteY1" fmla="*/ 0 h 2182368"/>
                <a:gd name="connsiteX2" fmla="*/ 2243328 w 2243328"/>
                <a:gd name="connsiteY2" fmla="*/ 2182368 h 2182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43328" h="2182368">
                  <a:moveTo>
                    <a:pt x="0" y="0"/>
                  </a:moveTo>
                  <a:lnTo>
                    <a:pt x="2243328" y="0"/>
                  </a:lnTo>
                  <a:lnTo>
                    <a:pt x="2243328" y="2182368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フリーフォーム: 図形 13">
              <a:extLst>
                <a:ext uri="{FF2B5EF4-FFF2-40B4-BE49-F238E27FC236}">
                  <a16:creationId xmlns:a16="http://schemas.microsoft.com/office/drawing/2014/main" id="{8742CAED-9462-B98C-6DBE-1FFD2B826FBD}"/>
                </a:ext>
              </a:extLst>
            </p:cNvPr>
            <p:cNvSpPr/>
            <p:nvPr/>
          </p:nvSpPr>
          <p:spPr>
            <a:xfrm rot="2700000">
              <a:off x="2798064" y="1487423"/>
              <a:ext cx="3600000" cy="3600000"/>
            </a:xfrm>
            <a:custGeom>
              <a:avLst/>
              <a:gdLst>
                <a:gd name="connsiteX0" fmla="*/ 0 w 2243328"/>
                <a:gd name="connsiteY0" fmla="*/ 0 h 2182368"/>
                <a:gd name="connsiteX1" fmla="*/ 2243328 w 2243328"/>
                <a:gd name="connsiteY1" fmla="*/ 0 h 2182368"/>
                <a:gd name="connsiteX2" fmla="*/ 2243328 w 2243328"/>
                <a:gd name="connsiteY2" fmla="*/ 2182368 h 2182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43328" h="2182368">
                  <a:moveTo>
                    <a:pt x="0" y="0"/>
                  </a:moveTo>
                  <a:lnTo>
                    <a:pt x="2243328" y="0"/>
                  </a:lnTo>
                  <a:lnTo>
                    <a:pt x="2243328" y="2182368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81840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幸成 寄藤</dc:creator>
  <cp:lastModifiedBy>幸成 寄藤</cp:lastModifiedBy>
  <cp:revision>1</cp:revision>
  <dcterms:created xsi:type="dcterms:W3CDTF">2025-08-10T15:34:08Z</dcterms:created>
  <dcterms:modified xsi:type="dcterms:W3CDTF">2025-08-10T17:39:27Z</dcterms:modified>
</cp:coreProperties>
</file>